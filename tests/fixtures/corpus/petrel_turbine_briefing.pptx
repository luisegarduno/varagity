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Petrel-6 Tidal Turbine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engineering briefing, Bruma sound array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figures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Petrel-6 tidal turbine produces 3.4 megawatts at peak flow.</a:t>
            </a:r>
          </a:p>
          <a:p>
            <a:r>
              <a:t>Availability last quarter held at 96 percent.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Maintenance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Blade inspection scheduled for the neap-tide window in March.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